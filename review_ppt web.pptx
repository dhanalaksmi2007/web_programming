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U9lODtbd+wper4VU1w2/R+Ulj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E1AC5-59DB-4BB4-BF8D-244644772583}" v="36" dt="2026-10-21T03:43:26.8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15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alakshmi C" userId="10699540b09deac2" providerId="LiveId" clId="{6C312691-CDD2-470D-B557-BFBADC80900A}"/>
    <pc:docChg chg="undo custSel modSld">
      <pc:chgData name="Dhanalakshmi C" userId="10699540b09deac2" providerId="LiveId" clId="{6C312691-CDD2-470D-B557-BFBADC80900A}" dt="2026-10-21T03:45:22.773" v="184" actId="207"/>
      <pc:docMkLst>
        <pc:docMk/>
      </pc:docMkLst>
      <pc:sldChg chg="delSp modSp mod">
        <pc:chgData name="Dhanalakshmi C" userId="10699540b09deac2" providerId="LiveId" clId="{6C312691-CDD2-470D-B557-BFBADC80900A}" dt="2026-10-21T03:45:22.773" v="184" actId="207"/>
        <pc:sldMkLst>
          <pc:docMk/>
          <pc:sldMk cId="0" sldId="257"/>
        </pc:sldMkLst>
        <pc:spChg chg="del">
          <ac:chgData name="Dhanalakshmi C" userId="10699540b09deac2" providerId="LiveId" clId="{6C312691-CDD2-470D-B557-BFBADC80900A}" dt="2026-10-21T03:38:42.142" v="132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Dhanalakshmi C" userId="10699540b09deac2" providerId="LiveId" clId="{6C312691-CDD2-470D-B557-BFBADC80900A}" dt="2026-10-21T03:45:22.773" v="184" actId="207"/>
          <ac:spMkLst>
            <pc:docMk/>
            <pc:sldMk cId="0" sldId="257"/>
            <ac:spMk id="104" creationId="{00000000-0000-0000-0000-000000000000}"/>
          </ac:spMkLst>
        </pc:spChg>
        <pc:spChg chg="del mod">
          <ac:chgData name="Dhanalakshmi C" userId="10699540b09deac2" providerId="LiveId" clId="{6C312691-CDD2-470D-B557-BFBADC80900A}" dt="2026-10-21T03:39:02.461" v="134" actId="478"/>
          <ac:spMkLst>
            <pc:docMk/>
            <pc:sldMk cId="0" sldId="257"/>
            <ac:spMk id="106" creationId="{00000000-0000-0000-0000-000000000000}"/>
          </ac:spMkLst>
        </pc:spChg>
      </pc:sldChg>
      <pc:sldChg chg="modSp">
        <pc:chgData name="Dhanalakshmi C" userId="10699540b09deac2" providerId="LiveId" clId="{6C312691-CDD2-470D-B557-BFBADC80900A}" dt="2026-10-15T06:02:17.874" v="0"/>
        <pc:sldMkLst>
          <pc:docMk/>
          <pc:sldMk cId="0" sldId="258"/>
        </pc:sldMkLst>
        <pc:spChg chg="mod">
          <ac:chgData name="Dhanalakshmi C" userId="10699540b09deac2" providerId="LiveId" clId="{6C312691-CDD2-470D-B557-BFBADC80900A}" dt="2026-10-15T06:02:17.874" v="0"/>
          <ac:spMkLst>
            <pc:docMk/>
            <pc:sldMk cId="0" sldId="258"/>
            <ac:spMk id="113" creationId="{00000000-0000-0000-0000-000000000000}"/>
          </ac:spMkLst>
        </pc:spChg>
      </pc:sldChg>
      <pc:sldChg chg="modSp">
        <pc:chgData name="Dhanalakshmi C" userId="10699540b09deac2" providerId="LiveId" clId="{6C312691-CDD2-470D-B557-BFBADC80900A}" dt="2026-10-15T06:02:43.407" v="1"/>
        <pc:sldMkLst>
          <pc:docMk/>
          <pc:sldMk cId="0" sldId="259"/>
        </pc:sldMkLst>
        <pc:spChg chg="mod">
          <ac:chgData name="Dhanalakshmi C" userId="10699540b09deac2" providerId="LiveId" clId="{6C312691-CDD2-470D-B557-BFBADC80900A}" dt="2026-10-15T06:02:43.407" v="1"/>
          <ac:spMkLst>
            <pc:docMk/>
            <pc:sldMk cId="0" sldId="259"/>
            <ac:spMk id="122" creationId="{00000000-0000-0000-0000-000000000000}"/>
          </ac:spMkLst>
        </pc:spChg>
      </pc:sldChg>
      <pc:sldChg chg="addSp delSp modSp mod">
        <pc:chgData name="Dhanalakshmi C" userId="10699540b09deac2" providerId="LiveId" clId="{6C312691-CDD2-470D-B557-BFBADC80900A}" dt="2026-10-21T03:44:51.639" v="181" actId="14100"/>
        <pc:sldMkLst>
          <pc:docMk/>
          <pc:sldMk cId="0" sldId="260"/>
        </pc:sldMkLst>
        <pc:graphicFrameChg chg="add mod modGraphic">
          <ac:chgData name="Dhanalakshmi C" userId="10699540b09deac2" providerId="LiveId" clId="{6C312691-CDD2-470D-B557-BFBADC80900A}" dt="2026-10-21T03:44:51.639" v="181" actId="14100"/>
          <ac:graphicFrameMkLst>
            <pc:docMk/>
            <pc:sldMk cId="0" sldId="260"/>
            <ac:graphicFrameMk id="2" creationId="{8F2F015A-7361-A4A0-CC20-370A8CA074C8}"/>
          </ac:graphicFrameMkLst>
        </pc:graphicFrameChg>
      </pc:sldChg>
      <pc:sldChg chg="modSp">
        <pc:chgData name="Dhanalakshmi C" userId="10699540b09deac2" providerId="LiveId" clId="{6C312691-CDD2-470D-B557-BFBADC80900A}" dt="2026-10-15T06:03:07.029" v="2"/>
        <pc:sldMkLst>
          <pc:docMk/>
          <pc:sldMk cId="0" sldId="261"/>
        </pc:sldMkLst>
        <pc:spChg chg="mod">
          <ac:chgData name="Dhanalakshmi C" userId="10699540b09deac2" providerId="LiveId" clId="{6C312691-CDD2-470D-B557-BFBADC80900A}" dt="2026-10-15T06:03:07.029" v="2"/>
          <ac:spMkLst>
            <pc:docMk/>
            <pc:sldMk cId="0" sldId="261"/>
            <ac:spMk id="140" creationId="{00000000-0000-0000-0000-000000000000}"/>
          </ac:spMkLst>
        </pc:spChg>
      </pc:sldChg>
      <pc:sldChg chg="modSp">
        <pc:chgData name="Dhanalakshmi C" userId="10699540b09deac2" providerId="LiveId" clId="{6C312691-CDD2-470D-B557-BFBADC80900A}" dt="2026-10-15T06:03:39.971" v="3"/>
        <pc:sldMkLst>
          <pc:docMk/>
          <pc:sldMk cId="0" sldId="262"/>
        </pc:sldMkLst>
        <pc:spChg chg="mod">
          <ac:chgData name="Dhanalakshmi C" userId="10699540b09deac2" providerId="LiveId" clId="{6C312691-CDD2-470D-B557-BFBADC80900A}" dt="2026-10-15T06:03:39.971" v="3"/>
          <ac:spMkLst>
            <pc:docMk/>
            <pc:sldMk cId="0" sldId="262"/>
            <ac:spMk id="149" creationId="{00000000-0000-0000-0000-000000000000}"/>
          </ac:spMkLst>
        </pc:spChg>
      </pc:sldChg>
      <pc:sldChg chg="addSp modSp mod">
        <pc:chgData name="Dhanalakshmi C" userId="10699540b09deac2" providerId="LiveId" clId="{6C312691-CDD2-470D-B557-BFBADC80900A}" dt="2026-10-21T03:33:18.335" v="87" actId="14100"/>
        <pc:sldMkLst>
          <pc:docMk/>
          <pc:sldMk cId="0" sldId="263"/>
        </pc:sldMkLst>
        <pc:picChg chg="add mod">
          <ac:chgData name="Dhanalakshmi C" userId="10699540b09deac2" providerId="LiveId" clId="{6C312691-CDD2-470D-B557-BFBADC80900A}" dt="2026-10-21T03:33:18.335" v="87" actId="14100"/>
          <ac:picMkLst>
            <pc:docMk/>
            <pc:sldMk cId="0" sldId="263"/>
            <ac:picMk id="4" creationId="{6BD56905-A84E-7D39-DE1B-B6BF8E355BEC}"/>
          </ac:picMkLst>
        </pc:picChg>
      </pc:sldChg>
      <pc:sldChg chg="addSp modSp mod">
        <pc:chgData name="Dhanalakshmi C" userId="10699540b09deac2" providerId="LiveId" clId="{6C312691-CDD2-470D-B557-BFBADC80900A}" dt="2026-10-21T03:36:00.327" v="102" actId="1076"/>
        <pc:sldMkLst>
          <pc:docMk/>
          <pc:sldMk cId="0" sldId="264"/>
        </pc:sldMkLst>
        <pc:spChg chg="mod">
          <ac:chgData name="Dhanalakshmi C" userId="10699540b09deac2" providerId="LiveId" clId="{6C312691-CDD2-470D-B557-BFBADC80900A}" dt="2026-10-15T06:04:48.359" v="5"/>
          <ac:spMkLst>
            <pc:docMk/>
            <pc:sldMk cId="0" sldId="264"/>
            <ac:spMk id="166" creationId="{00000000-0000-0000-0000-000000000000}"/>
          </ac:spMkLst>
        </pc:spChg>
        <pc:picChg chg="add mod">
          <ac:chgData name="Dhanalakshmi C" userId="10699540b09deac2" providerId="LiveId" clId="{6C312691-CDD2-470D-B557-BFBADC80900A}" dt="2026-10-21T03:35:56.505" v="101" actId="14100"/>
          <ac:picMkLst>
            <pc:docMk/>
            <pc:sldMk cId="0" sldId="264"/>
            <ac:picMk id="4" creationId="{EEC47F95-E161-08E2-B046-55DC08F9F79D}"/>
          </ac:picMkLst>
        </pc:picChg>
        <pc:picChg chg="add mod">
          <ac:chgData name="Dhanalakshmi C" userId="10699540b09deac2" providerId="LiveId" clId="{6C312691-CDD2-470D-B557-BFBADC80900A}" dt="2026-10-21T03:36:00.327" v="102" actId="1076"/>
          <ac:picMkLst>
            <pc:docMk/>
            <pc:sldMk cId="0" sldId="264"/>
            <ac:picMk id="6" creationId="{3EF57413-51CD-ACC6-BD33-855F80ACAC93}"/>
          </ac:picMkLst>
        </pc:picChg>
      </pc:sldChg>
      <pc:sldChg chg="modSp">
        <pc:chgData name="Dhanalakshmi C" userId="10699540b09deac2" providerId="LiveId" clId="{6C312691-CDD2-470D-B557-BFBADC80900A}" dt="2026-10-15T06:06:13.369" v="6"/>
        <pc:sldMkLst>
          <pc:docMk/>
          <pc:sldMk cId="0" sldId="265"/>
        </pc:sldMkLst>
        <pc:spChg chg="mod">
          <ac:chgData name="Dhanalakshmi C" userId="10699540b09deac2" providerId="LiveId" clId="{6C312691-CDD2-470D-B557-BFBADC80900A}" dt="2026-10-15T06:06:13.369" v="6"/>
          <ac:spMkLst>
            <pc:docMk/>
            <pc:sldMk cId="0" sldId="265"/>
            <ac:spMk id="176" creationId="{00000000-0000-0000-0000-000000000000}"/>
          </ac:spMkLst>
        </pc:spChg>
      </pc:sldChg>
      <pc:sldChg chg="modSp">
        <pc:chgData name="Dhanalakshmi C" userId="10699540b09deac2" providerId="LiveId" clId="{6C312691-CDD2-470D-B557-BFBADC80900A}" dt="2026-10-15T06:07:03.865" v="7"/>
        <pc:sldMkLst>
          <pc:docMk/>
          <pc:sldMk cId="0" sldId="266"/>
        </pc:sldMkLst>
        <pc:spChg chg="mod">
          <ac:chgData name="Dhanalakshmi C" userId="10699540b09deac2" providerId="LiveId" clId="{6C312691-CDD2-470D-B557-BFBADC80900A}" dt="2026-10-15T06:07:03.865" v="7"/>
          <ac:spMkLst>
            <pc:docMk/>
            <pc:sldMk cId="0" sldId="266"/>
            <ac:spMk id="185" creationId="{00000000-0000-0000-0000-000000000000}"/>
          </ac:spMkLst>
        </pc:spChg>
      </pc:sldChg>
      <pc:sldChg chg="modSp">
        <pc:chgData name="Dhanalakshmi C" userId="10699540b09deac2" providerId="LiveId" clId="{6C312691-CDD2-470D-B557-BFBADC80900A}" dt="2026-10-15T06:04:08.729" v="4"/>
        <pc:sldMkLst>
          <pc:docMk/>
          <pc:sldMk cId="1254904106" sldId="267"/>
        </pc:sldMkLst>
        <pc:spChg chg="mod">
          <ac:chgData name="Dhanalakshmi C" userId="10699540b09deac2" providerId="LiveId" clId="{6C312691-CDD2-470D-B557-BFBADC80900A}" dt="2026-10-15T06:04:08.729" v="4"/>
          <ac:spMkLst>
            <pc:docMk/>
            <pc:sldMk cId="1254904106" sldId="267"/>
            <ac:spMk id="158" creationId="{E6BC4A78-F312-697B-F6A2-EE0DE7EB85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62123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893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1071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2005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0618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130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848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694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80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4CBBF103-4768-B96F-DD3E-855A95878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>
            <a:extLst>
              <a:ext uri="{FF2B5EF4-FFF2-40B4-BE49-F238E27FC236}">
                <a16:creationId xmlns:a16="http://schemas.microsoft.com/office/drawing/2014/main" id="{7C3869E4-3641-4D21-5188-C2C8019BB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83FD6975-C80D-1DDB-7377-C12B8495E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8906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6833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451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e16ed41b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ce16ed41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9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2"/>
          <p:cNvSpPr txBox="1">
            <a:spLocks noGrp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BFF1A2-88F2-4511-A600-098773B6F043}" type="datetime1">
              <a:rPr lang="en-US" smtClean="0"/>
              <a:t>10/21/2026</a:t>
            </a:fld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1FF6910-5D60-451B-8AA8-2BB70799CFD4}" type="datetime1">
              <a:rPr lang="en-US" smtClean="0"/>
              <a:t>10/21/2026</a:t>
            </a:fld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C181229-52A0-4B4D-A361-FEAB5F03D21A}" type="datetime1">
              <a:rPr lang="en-US" smtClean="0"/>
              <a:t>10/21/2026</a:t>
            </a:fld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E0DE556-9B06-4769-A3D3-1387CF7B8CB8}" type="datetime1">
              <a:rPr lang="en-US" smtClean="0"/>
              <a:t>10/21/2026</a:t>
            </a:fld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196B0B-D215-463E-9EE4-F62DD7303872}" type="datetime1">
              <a:rPr lang="en-US" smtClean="0"/>
              <a:t>10/21/2026</a:t>
            </a:fld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AEEE44C-A58B-4F82-A3CF-F02B0BEB308A}" type="datetime1">
              <a:rPr lang="en-US" smtClean="0"/>
              <a:t>10/21/2026</a:t>
            </a:fld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6FFB19B-63F8-4D04-93A8-9EE0352B04F9}" type="datetime1">
              <a:rPr lang="en-US" smtClean="0"/>
              <a:t>10/21/2026</a:t>
            </a:fld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AFD539D-4735-4D2F-95AC-45CC9E7715AC}" type="datetime1">
              <a:rPr lang="en-US" smtClean="0"/>
              <a:t>10/21/2026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A3117A1-E607-4972-86C3-9CA9BE868F25}" type="datetime1">
              <a:rPr lang="en-US" smtClean="0"/>
              <a:t>10/21/2026</a:t>
            </a:fld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42D2B04-CA59-489D-8ACC-574EB5480468}" type="datetime1">
              <a:rPr lang="en-US" smtClean="0"/>
              <a:t>10/21/2026</a:t>
            </a:fld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CA028A0-5814-4E0F-9FA5-846F2071952A}" type="datetime1">
              <a:rPr lang="en-US" smtClean="0"/>
              <a:t>10/21/2026</a:t>
            </a:fld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812800" y="1566864"/>
            <a:ext cx="10610851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1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fld id="{7A71105A-7811-4DF9-AFE0-C623CDF6580F}" type="datetime1">
              <a:rPr lang="en-US" smtClean="0"/>
              <a:t>10/21/2026</a:t>
            </a:fld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r>
              <a:rPr lang="en-IN"/>
              <a:t>ICCDS-2026</a:t>
            </a:r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89063" y="4262136"/>
            <a:ext cx="103227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/>
                <a:ea typeface="Verdana"/>
                <a:sym typeface="Verdana"/>
              </a:rPr>
              <a:t>College Name:  </a:t>
            </a:r>
            <a:r>
              <a:rPr lang="en-IN" sz="2400" b="1" dirty="0">
                <a:sym typeface="Verdana"/>
              </a:rPr>
              <a:t>Rajalakshmi Engineering college</a:t>
            </a:r>
            <a:endParaRPr lang="en-IN" sz="2400" b="1" dirty="0">
              <a:solidFill>
                <a:schemeClr val="accent5"/>
              </a:solidFill>
              <a:latin typeface="Verdana"/>
              <a:ea typeface="Verdana"/>
              <a:sym typeface="Verdana"/>
            </a:endParaRPr>
          </a:p>
          <a:p>
            <a:pPr>
              <a:buClr>
                <a:srgbClr val="FF0000"/>
              </a:buClr>
              <a:buSzPts val="2400"/>
            </a:pPr>
            <a:endParaRPr lang="en-IN" sz="2400" b="1" dirty="0">
              <a:solidFill>
                <a:schemeClr val="accent5"/>
              </a:solidFill>
              <a:latin typeface="Verdana"/>
              <a:ea typeface="Verdana"/>
            </a:endParaRPr>
          </a:p>
          <a:p>
            <a:pPr>
              <a:buClr>
                <a:srgbClr val="FF0000"/>
              </a:buClr>
              <a:buSzPts val="2400"/>
            </a:pPr>
            <a:r>
              <a:rPr lang="en-IN" sz="2400" b="1" dirty="0">
                <a:solidFill>
                  <a:schemeClr val="accent6"/>
                </a:solidFill>
                <a:latin typeface="Verdana"/>
                <a:ea typeface="Verdana"/>
                <a:sym typeface="Verdana"/>
              </a:rPr>
              <a:t>Presented By: </a:t>
            </a:r>
            <a:r>
              <a:rPr lang="en-IN" sz="2000" b="1" dirty="0">
                <a:sym typeface="Verdana"/>
              </a:rPr>
              <a:t>DHANALAKSHMI C - 241901023</a:t>
            </a:r>
          </a:p>
          <a:p>
            <a:pPr>
              <a:buClr>
                <a:srgbClr val="FF0000"/>
              </a:buClr>
              <a:buSzPts val="2400"/>
            </a:pPr>
            <a:endParaRPr lang="en-IN" sz="2400" b="1" dirty="0">
              <a:solidFill>
                <a:schemeClr val="accent5"/>
              </a:solidFill>
              <a:latin typeface="Verdana"/>
              <a:ea typeface="Verdana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98375" y="1167250"/>
            <a:ext cx="114627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Rockwell"/>
              <a:buNone/>
            </a:pPr>
            <a:r>
              <a:rPr lang="en-US" sz="2400" b="1" dirty="0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CS23531-Web Programming</a:t>
            </a:r>
            <a:endParaRPr sz="3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119513" y="84475"/>
            <a:ext cx="6061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2060"/>
                </a:solidFill>
                <a:latin typeface="Rockwell"/>
                <a:ea typeface="Rockwell"/>
                <a:cs typeface="Rockwell"/>
                <a:sym typeface="Rockwell"/>
              </a:rPr>
              <a:t>Department of Computer Science and Engineering </a:t>
            </a:r>
            <a:endParaRPr sz="1800" b="1" dirty="0">
              <a:solidFill>
                <a:srgbClr val="00206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02060"/>
                </a:solidFill>
                <a:latin typeface="Rockwell"/>
                <a:sym typeface="Rockwell"/>
              </a:rPr>
              <a:t>(cyber security)</a:t>
            </a:r>
            <a:endParaRPr sz="1800" dirty="0">
              <a:solidFill>
                <a:srgbClr val="0020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72903B-BB46-5E5F-CF9C-EEDA78FD04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071" y="-1492"/>
            <a:ext cx="3030827" cy="1032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A5154E-738A-514F-58AC-C2D319D605CA}"/>
              </a:ext>
            </a:extLst>
          </p:cNvPr>
          <p:cNvSpPr txBox="1"/>
          <p:nvPr/>
        </p:nvSpPr>
        <p:spPr>
          <a:xfrm>
            <a:off x="1681317" y="2831294"/>
            <a:ext cx="96304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rgbClr val="FF0000"/>
              </a:buClr>
              <a:buSzPts val="2400"/>
            </a:pPr>
            <a:r>
              <a:rPr lang="en-IN" sz="2400" b="1" dirty="0"/>
              <a:t>SHARESHELF: A SECURE RESOURCE SHARING SYSTEM WITH PERMISSION-BASED ACCESS.</a:t>
            </a:r>
            <a:endParaRPr lang="en-IN" sz="2400" b="1" dirty="0">
              <a:solidFill>
                <a:schemeClr val="accent5"/>
              </a:solidFill>
              <a:latin typeface="Verdana"/>
              <a:ea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762008" y="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FF0000"/>
                </a:solidFill>
              </a:rPr>
              <a:t>List of Content</a:t>
            </a:r>
            <a:endParaRPr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762001" y="1695449"/>
            <a:ext cx="10668000" cy="438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19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19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□"/>
            </a:pPr>
            <a:r>
              <a:rPr lang="en-IN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44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Char char="□"/>
            </a:pPr>
            <a:r>
              <a:rPr lang="en-IN" sz="2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br>
              <a:rPr lang="en-IN" sz="24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3200" b="1" dirty="0">
                <a:solidFill>
                  <a:srgbClr val="FF0000"/>
                </a:solidFill>
              </a:rPr>
              <a:t>Abstract</a:t>
            </a:r>
            <a:endParaRPr sz="2800" dirty="0"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400" dirty="0" err="1"/>
              <a:t>ShareShelf</a:t>
            </a:r>
            <a:r>
              <a:rPr lang="en-IN" sz="2400" dirty="0"/>
              <a:t> is a web-based system for sharing study resources such as notes, books, links and documents.</a:t>
            </a:r>
          </a:p>
          <a:p>
            <a:pPr lvl="0" algn="just"/>
            <a:r>
              <a:rPr lang="en-IN" sz="2400" dirty="0"/>
              <a:t>Users upload resources, browse resources shared by others, and request access to protected ones.</a:t>
            </a:r>
          </a:p>
          <a:p>
            <a:pPr lvl="0" algn="just"/>
            <a:r>
              <a:rPr lang="en-IN" sz="2400" dirty="0"/>
              <a:t>Owners choose Public, Private with requests allowed, or Private only, and approve or reject requests.</a:t>
            </a:r>
          </a:p>
          <a:p>
            <a:pPr lvl="0" algn="just"/>
            <a:r>
              <a:rPr lang="en-IN" sz="2400" dirty="0"/>
              <a:t>Permissions are enforced on the backend, so protected files cannot be opened without approval.</a:t>
            </a:r>
          </a:p>
          <a:p>
            <a:pPr lvl="0" algn="just"/>
            <a:r>
              <a:rPr lang="en-IN" sz="2400" dirty="0"/>
              <a:t>Built with React (Vite), Node.js/Express and MySQL/MariaDB.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FF0000"/>
                </a:solidFill>
              </a:rPr>
              <a:t>Introduction</a:t>
            </a:r>
            <a:endParaRPr sz="2800"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400" dirty="0"/>
              <a:t>Students and teams often share files through chats and drives, where owners lose control over who can open them.</a:t>
            </a:r>
          </a:p>
          <a:p>
            <a:pPr lvl="0" algn="just"/>
            <a:r>
              <a:rPr lang="en-IN" sz="2400" dirty="0"/>
              <a:t>Sharing needs a structured way to publish resources while protecting private material.</a:t>
            </a:r>
          </a:p>
          <a:p>
            <a:pPr lvl="0" algn="just"/>
            <a:r>
              <a:rPr lang="en-IN" sz="2400" dirty="0" err="1"/>
              <a:t>ShareShelf</a:t>
            </a:r>
            <a:r>
              <a:rPr lang="en-IN" sz="2400" dirty="0"/>
              <a:t> gives each user a personal shelf and a common Explore section.</a:t>
            </a:r>
          </a:p>
          <a:p>
            <a:pPr lvl="0" algn="just"/>
            <a:r>
              <a:rPr lang="en-IN" sz="2400" dirty="0"/>
              <a:t>Access to protected resources is controlled by the owner.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2800" b="1">
                <a:solidFill>
                  <a:srgbClr val="FF0000"/>
                </a:solidFill>
              </a:rPr>
              <a:t>Literature Survey</a:t>
            </a:r>
            <a:endParaRPr sz="2800"/>
          </a:p>
        </p:txBody>
      </p:sp>
      <p:sp>
        <p:nvSpPr>
          <p:cNvPr id="131" name="Google Shape;131;p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2F015A-7361-A4A0-CC20-370A8CA07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647713"/>
              </p:ext>
            </p:extLst>
          </p:nvPr>
        </p:nvGraphicFramePr>
        <p:xfrm>
          <a:off x="1898316" y="1746250"/>
          <a:ext cx="9044004" cy="4267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388">
                  <a:extLst>
                    <a:ext uri="{9D8B030D-6E8A-4147-A177-3AD203B41FA5}">
                      <a16:colId xmlns:a16="http://schemas.microsoft.com/office/drawing/2014/main" val="3065412808"/>
                    </a:ext>
                  </a:extLst>
                </a:gridCol>
                <a:gridCol w="2566706">
                  <a:extLst>
                    <a:ext uri="{9D8B030D-6E8A-4147-A177-3AD203B41FA5}">
                      <a16:colId xmlns:a16="http://schemas.microsoft.com/office/drawing/2014/main" val="2934553246"/>
                    </a:ext>
                  </a:extLst>
                </a:gridCol>
                <a:gridCol w="2551336">
                  <a:extLst>
                    <a:ext uri="{9D8B030D-6E8A-4147-A177-3AD203B41FA5}">
                      <a16:colId xmlns:a16="http://schemas.microsoft.com/office/drawing/2014/main" val="772131976"/>
                    </a:ext>
                  </a:extLst>
                </a:gridCol>
                <a:gridCol w="2935574">
                  <a:extLst>
                    <a:ext uri="{9D8B030D-6E8A-4147-A177-3AD203B41FA5}">
                      <a16:colId xmlns:a16="http://schemas.microsoft.com/office/drawing/2014/main" val="560262075"/>
                    </a:ext>
                  </a:extLst>
                </a:gridCol>
              </a:tblGrid>
              <a:tr h="10081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Ref.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Existing Work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What it does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142798"/>
                  </a:ext>
                </a:extLst>
              </a:tr>
              <a:tr h="1008188">
                <a:tc>
                  <a:txBody>
                    <a:bodyPr/>
                    <a:lstStyle/>
                    <a:p>
                      <a:r>
                        <a:rPr lang="en-US" sz="1600" dirty="0"/>
                        <a:t>[1]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Sandhu et al., </a:t>
                      </a:r>
                      <a:r>
                        <a:rPr lang="en-IN" sz="1600" i="1" dirty="0"/>
                        <a:t>Role-Based Access Control Models</a:t>
                      </a:r>
                      <a:r>
                        <a:rPr lang="en-IN" sz="1600" dirty="0"/>
                        <a:t> (1996)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Permissions assigned by user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Roles are fixed, so they don’t fit per-resource decisions made by each 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46089"/>
                  </a:ext>
                </a:extLst>
              </a:tr>
              <a:tr h="1008188">
                <a:tc>
                  <a:txBody>
                    <a:bodyPr/>
                    <a:lstStyle/>
                    <a:p>
                      <a:r>
                        <a:rPr lang="en-US" sz="1600" dirty="0"/>
                        <a:t>[2]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Hu et al., </a:t>
                      </a:r>
                      <a:r>
                        <a:rPr lang="en-IN" sz="1600" i="1" dirty="0"/>
                        <a:t>Guide to ABAC</a:t>
                      </a:r>
                      <a:r>
                        <a:rPr lang="en-IN" sz="1600" dirty="0"/>
                        <a:t>, NIST SP 800-162 (2014)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Access decisions based on attributes of the user and the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Flexible but complex, and heavy for a small sharing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32569"/>
                  </a:ext>
                </a:extLst>
              </a:tr>
              <a:tr h="1242637">
                <a:tc>
                  <a:txBody>
                    <a:bodyPr/>
                    <a:lstStyle/>
                    <a:p>
                      <a:r>
                        <a:rPr lang="en-US" sz="1600" dirty="0"/>
                        <a:t>[3]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Jones et al., </a:t>
                      </a:r>
                      <a:r>
                        <a:rPr lang="en-IN" sz="1600" i="1" dirty="0"/>
                        <a:t>JSON Web Token (JWT)</a:t>
                      </a:r>
                      <a:r>
                        <a:rPr lang="en-IN" sz="1600" dirty="0"/>
                        <a:t>, RFC 7519 (2015)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Stateless, verifiable login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Proves identity only, so permissions must still be checked on the server for every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1887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2800" b="1">
                <a:solidFill>
                  <a:srgbClr val="FF0000"/>
                </a:solidFill>
              </a:rPr>
              <a:t>Problem Statement</a:t>
            </a:r>
            <a:endParaRPr sz="2800"/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400" dirty="0"/>
              <a:t>Shared study resources are scattered across platforms.</a:t>
            </a:r>
          </a:p>
          <a:p>
            <a:pPr lvl="0" algn="just"/>
            <a:r>
              <a:rPr lang="en-IN" sz="2400" dirty="0"/>
              <a:t>Link sharing exposes files to anyone who gets the link.</a:t>
            </a:r>
          </a:p>
          <a:p>
            <a:pPr lvl="0" algn="just"/>
            <a:r>
              <a:rPr lang="en-IN" sz="2400" dirty="0"/>
              <a:t>Owners cannot easily see or control who accesses their files.</a:t>
            </a:r>
          </a:p>
          <a:p>
            <a:pPr lvl="0" algn="just"/>
            <a:r>
              <a:rPr lang="en-IN" sz="2400" dirty="0"/>
              <a:t>There is a need for a simple system where owners decide who can open each resource, with the decision enforced by the server.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Proposed Work</a:t>
            </a:r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400" dirty="0"/>
              <a:t>Upload resources with title, description, category, optional link and optional document.</a:t>
            </a:r>
          </a:p>
          <a:p>
            <a:pPr lvl="0" algn="just"/>
            <a:r>
              <a:rPr lang="en-IN" sz="2400" dirty="0"/>
              <a:t>An Explore Resources section with search.</a:t>
            </a:r>
          </a:p>
          <a:p>
            <a:pPr lvl="0" algn="just"/>
            <a:r>
              <a:rPr lang="en-IN" sz="2400" dirty="0"/>
              <a:t>Three access settings: Public, Private with requests allowed, Private only.</a:t>
            </a:r>
          </a:p>
          <a:p>
            <a:pPr lvl="0" algn="just"/>
            <a:r>
              <a:rPr lang="en-IN" sz="2400" dirty="0"/>
              <a:t>A Request Access workflow with Pending, Approved and Rejected statuses.</a:t>
            </a:r>
          </a:p>
          <a:p>
            <a:pPr lvl="0" algn="just"/>
            <a:r>
              <a:rPr lang="en-IN" sz="2400" dirty="0"/>
              <a:t>Owners approve, reject or revoke requests.</a:t>
            </a:r>
          </a:p>
          <a:p>
            <a:pPr lvl="0" algn="just"/>
            <a:r>
              <a:rPr lang="en-IN" sz="2400" dirty="0"/>
              <a:t>Secure file handling: type and size validation, and private storage.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32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FF0000"/>
                </a:solidFill>
              </a:rPr>
              <a:t>System Architecture</a:t>
            </a:r>
            <a:endParaRPr sz="2800" dirty="0"/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D56905-A84E-7D39-DE1B-B6BF8E355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116" y="1772651"/>
            <a:ext cx="9881937" cy="4323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E535E87-FD1A-DF47-B8A6-C6332B31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>
            <a:extLst>
              <a:ext uri="{FF2B5EF4-FFF2-40B4-BE49-F238E27FC236}">
                <a16:creationId xmlns:a16="http://schemas.microsoft.com/office/drawing/2014/main" id="{D9808CCC-9E55-7028-0E69-37FDC1CBB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Methodology</a:t>
            </a:r>
            <a:endParaRPr sz="2800"/>
          </a:p>
        </p:txBody>
      </p:sp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E6BC4A78-F312-697B-F6A2-EE0DE7EB8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400" dirty="0"/>
              <a:t>Users register and log in; the server issues a JWT.</a:t>
            </a:r>
          </a:p>
          <a:p>
            <a:pPr lvl="0" algn="just"/>
            <a:r>
              <a:rPr lang="en-IN" sz="2400" dirty="0"/>
              <a:t>A resource is saved with its access setting, and any uploaded file is checked for type, size and real file content.</a:t>
            </a:r>
          </a:p>
          <a:p>
            <a:pPr lvl="0" algn="just"/>
            <a:r>
              <a:rPr lang="en-IN" sz="2400" dirty="0"/>
              <a:t>Explore lists other users’ public and request-only resources; private ones are never returned.</a:t>
            </a:r>
          </a:p>
          <a:p>
            <a:pPr lvl="0" algn="just"/>
            <a:r>
              <a:rPr lang="en-IN" sz="2400" dirty="0"/>
              <a:t>A user sends a request, which is saved as Pending.</a:t>
            </a:r>
          </a:p>
          <a:p>
            <a:pPr lvl="0" algn="just"/>
            <a:r>
              <a:rPr lang="en-IN" sz="2400" dirty="0"/>
              <a:t>The owner approves or rejects it.</a:t>
            </a:r>
          </a:p>
          <a:p>
            <a:pPr lvl="0" algn="just"/>
            <a:r>
              <a:rPr lang="en-IN" sz="2400" dirty="0"/>
              <a:t>On every file open, the backend checks whether the user is the owner, the resource is public, or the request is approved.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E7B35BDE-5DFD-3D06-5483-CCF49FB99A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lang="en-IN" sz="12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ICCS-2026</a:t>
            </a: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90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IN" sz="2800" b="1" dirty="0">
                <a:solidFill>
                  <a:srgbClr val="FF0000"/>
                </a:solidFill>
              </a:rPr>
              <a:t>Results and Discussions</a:t>
            </a:r>
            <a:endParaRPr sz="2800" b="1" dirty="0">
              <a:solidFill>
                <a:srgbClr val="FF0000"/>
              </a:solidFill>
            </a:endParaRPr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CC0000"/>
              </a:buClr>
              <a:buSzPts val="3200"/>
              <a:buNone/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47F95-E161-08E2-B046-55DC08F9F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4" y="1752598"/>
            <a:ext cx="5195802" cy="426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F57413-51CD-ACC6-BD33-855F80ACA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885936"/>
            <a:ext cx="5461616" cy="40005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Conclusion</a:t>
            </a:r>
            <a:endParaRPr sz="2800" b="1" dirty="0">
              <a:solidFill>
                <a:srgbClr val="FF0000"/>
              </a:solidFill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400" dirty="0" err="1"/>
              <a:t>ShareShelf</a:t>
            </a:r>
            <a:r>
              <a:rPr lang="en-IN" sz="2400" dirty="0"/>
              <a:t> lets users share resources while keeping control of who can access them.</a:t>
            </a:r>
          </a:p>
          <a:p>
            <a:pPr lvl="0" algn="just"/>
            <a:r>
              <a:rPr lang="en-IN" sz="2400" dirty="0"/>
              <a:t>Backend permission checks protect files even if someone bypasses the interface.</a:t>
            </a:r>
          </a:p>
          <a:p>
            <a:pPr lvl="0" algn="just"/>
            <a:r>
              <a:rPr lang="en-IN" sz="2400" dirty="0"/>
              <a:t>The Request Access workflow gives owners a simple way to approve, reject or revoke access, and gives requesters a clear status.</a:t>
            </a:r>
          </a:p>
          <a:p>
            <a:pPr lvl="0" algn="just"/>
            <a:r>
              <a:rPr lang="en-IN" sz="2400" dirty="0"/>
              <a:t>Future work: email notifications, resource editing, file previews and automated tests.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e16ed41b5_0_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FF0000"/>
                </a:solidFill>
              </a:rPr>
              <a:t>References</a:t>
            </a:r>
            <a:endParaRPr sz="2800"/>
          </a:p>
        </p:txBody>
      </p:sp>
      <p:sp>
        <p:nvSpPr>
          <p:cNvPr id="185" name="Google Shape;185;g2ce16ed41b5_0_0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just">
              <a:lnSpc>
                <a:spcPct val="150000"/>
              </a:lnSpc>
              <a:buNone/>
            </a:pPr>
            <a:r>
              <a:rPr lang="en-I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R. Sandhu, E. Coyne, H. Feinstein, C. Youman, “Role-Based Access Control Models,” IEEE Computer, vol. 29, no. 2, pp. 38–47, 1996.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V. Hu et al., “Guide to Attribute Based Access Control (ABAC) Definition and Considerations,” NIST SP 800-162, 2014.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M. Jones, J. Bradley, N. </a:t>
            </a:r>
            <a:r>
              <a:rPr lang="en-IN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Sakimura</a:t>
            </a:r>
            <a:r>
              <a:rPr lang="en-IN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“JSON Web Token (JWT),” RFC 7519, IETF, 2015.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731</Words>
  <Application>Microsoft Office PowerPoint</Application>
  <PresentationFormat>Widescreen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Symbols</vt:lpstr>
      <vt:lpstr>Rockwell</vt:lpstr>
      <vt:lpstr>Times New Roman</vt:lpstr>
      <vt:lpstr>Verdana</vt:lpstr>
      <vt:lpstr>Profile</vt:lpstr>
      <vt:lpstr>PowerPoint Presentation</vt:lpstr>
      <vt:lpstr>List of Content</vt:lpstr>
      <vt:lpstr>Abstract</vt:lpstr>
      <vt:lpstr>Introduction</vt:lpstr>
      <vt:lpstr>Literature Survey</vt:lpstr>
      <vt:lpstr>Problem Statement</vt:lpstr>
      <vt:lpstr>Proposed Work</vt:lpstr>
      <vt:lpstr>System Architecture</vt:lpstr>
      <vt:lpstr>Methodology</vt:lpstr>
      <vt:lpstr>Results and Discussions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DURAIMURUGAN N</dc:creator>
  <cp:lastModifiedBy>Dhanalakshmi C</cp:lastModifiedBy>
  <cp:revision>12</cp:revision>
  <dcterms:created xsi:type="dcterms:W3CDTF">2024-04-19T11:43:18Z</dcterms:created>
  <dcterms:modified xsi:type="dcterms:W3CDTF">2026-10-21T03:45:29Z</dcterms:modified>
</cp:coreProperties>
</file>